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Layouts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Framing</c:v>
                </c:pt>
                <c:pt idx="1">
                  <c:v>Text &amp; structure</c:v>
                </c:pt>
                <c:pt idx="2">
                  <c:v>Data &amp; visuals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9AA7B4"/>
                </a:solidFill>
                <a:latin typeface="Arial"/>
              </a:rPr>
              <a:t>CLAUDE CODE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3628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Arial"/>
              </a:rPr>
              <a:t>PPT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8A97A4"/>
                </a:solidFill>
                <a:latin typeface="Arial"/>
              </a:rPr>
              <a:t>Turn an idea into a finished, editable deck — in any visual 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97A4"/>
                </a:solidFill>
                <a:latin typeface="Arial"/>
              </a:rPr>
              <a:t>Built with Claude Code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Separate what you say from how it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You write the content once as a structured spec — what goes on each slide and which layout carries it. A renderer turns that into a native PowerPoint file.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Because content and style are separate, the same deck can be re-rendered in any template by changing a single field. No design work repeated, no copy-paste reformatting.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One spec, many decks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453563" cy="256032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453563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E6EAEE"/>
                </a:solidFill>
                <a:latin typeface="Arial"/>
              </a:rPr>
              <a:t>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7A4"/>
                </a:solidFill>
                <a:latin typeface="Arial"/>
              </a:rPr>
              <a:t>swap with one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256032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9403" y="2103120"/>
            <a:ext cx="2453563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E6EAEE"/>
                </a:solidFill>
                <a:latin typeface="Arial"/>
              </a:rPr>
              <a:t>Layouts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7A4"/>
                </a:solidFill>
                <a:latin typeface="Arial"/>
              </a:rPr>
              <a:t>for every slide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103120"/>
            <a:ext cx="2453563" cy="256032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2103120"/>
            <a:ext cx="2453563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E6EAEE"/>
                </a:solidFill>
                <a:latin typeface="Arial"/>
              </a:rPr>
              <a:t>JSON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7A4"/>
                </a:solidFill>
                <a:latin typeface="Arial"/>
              </a:rPr>
              <a:t>single source of truth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051" y="2103120"/>
            <a:ext cx="2453563" cy="256032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051" y="2103120"/>
            <a:ext cx="2453563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051" y="2560320"/>
            <a:ext cx="24535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051" y="3611880"/>
            <a:ext cx="24535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E6EAEE"/>
                </a:solidFill>
                <a:latin typeface="Arial"/>
              </a:rPr>
              <a:t>Editable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0931" y="402336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A97A4"/>
                </a:solidFill>
                <a:latin typeface="Arial"/>
              </a:rPr>
              <a:t>real .pptx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Five steps from idea to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7B4"/>
                </a:solidFill>
                <a:latin typeface="Arial"/>
              </a:rPr>
              <a:t>The skill does the content design, not just text dumping.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1153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E6EAEE"/>
                </a:solidFill>
                <a:latin typeface="Arial"/>
              </a:rPr>
              <a:t>●  Understand the topic, audience, and length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E6EAEE"/>
                </a:solidFill>
                <a:latin typeface="Arial"/>
              </a:rPr>
              <a:t>●  Pick a template that matches the tone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E6EAEE"/>
                </a:solidFill>
                <a:latin typeface="Arial"/>
              </a:rPr>
              <a:t>●  Design slides as a JSON spec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8A97A4"/>
                </a:solidFill>
                <a:latin typeface="Arial"/>
              </a:rPr>
              <a:t>–  Choosing the right layout per slide is the craft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E6EAEE"/>
                </a:solidFill>
                <a:latin typeface="Arial"/>
              </a:rPr>
              <a:t>●  Validate, then render to .pptx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E6EAEE"/>
                </a:solidFill>
                <a:latin typeface="Arial"/>
              </a:rPr>
              <a:t>●  Verify and iterate — restyle or refine 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Two halves of every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27167" cy="448056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227167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F1419"/>
                </a:solidFill>
                <a:latin typeface="Arial"/>
              </a:rPr>
              <a:t>Content — the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What each slide says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Which layout carries it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The structure and story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Written once, stays stable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227167" cy="448056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1737360"/>
            <a:ext cx="5227167" cy="64008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F1419"/>
                </a:solidFill>
                <a:latin typeface="Arial"/>
              </a:rPr>
              <a:t>Look — the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Color palette and fonts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Accent treatment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Applied uniformly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Swapped in one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Pick a look to fit the room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115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419"/>
                          </a:solidFill>
                          <a:latin typeface="Arial"/>
                        </a:rPr>
                        <a:t>Template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419"/>
                          </a:solidFill>
                          <a:latin typeface="Arial"/>
                        </a:rPr>
                        <a:t>Look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1419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corporate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Navy + orange on white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Business, exec, sales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minimal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Black on white, whitespace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Design-forward, product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dark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Dark slate + mint accent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Tech keynotes, demos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vibrant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Purple + coral, bold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Pitches, marketing</a:t>
                      </a:r>
                    </a:p>
                  </a:txBody>
                  <a:tcPr anchor="ctr" marL="109728" marR="109728" marT="36576" marB="36576">
                    <a:solidFill>
                      <a:srgbClr val="1C24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academic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Serif, muted, dense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6EAEE"/>
                          </a:solidFill>
                          <a:latin typeface="Arial"/>
                        </a:rPr>
                        <a:t>Lectures, research</a:t>
                      </a:r>
                    </a:p>
                  </a:txBody>
                  <a:tcPr anchor="ctr" marL="109728" marR="109728" marT="36576" marB="36576">
                    <a:solidFill>
                      <a:srgbClr val="0F14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LAYOUTS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A layout for every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81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9AA7B4"/>
                </a:solidFill>
                <a:latin typeface="Arial"/>
              </a:rPr>
              <a:t>Framing &amp;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8144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title, section, closing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bullets, content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two_column, comparison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737360"/>
            <a:ext cx="5181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9AA7B4"/>
                </a:solidFill>
                <a:latin typeface="Arial"/>
              </a:rPr>
              <a:t>Data &amp;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2286000"/>
            <a:ext cx="518144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metrics — KPI cards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table — data grids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chart — editable charts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●  image — pictures +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Twelve layouts across three jobs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1091153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0" b="1" i="0">
                <a:solidFill>
                  <a:srgbClr val="3DDC97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0312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1">
                <a:solidFill>
                  <a:srgbClr val="FFFFFF"/>
                </a:solidFill>
                <a:latin typeface="Arial"/>
              </a:rPr>
              <a:t>Slides support the speaker — they aren't the document. One idea per slide, lead with the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12064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8A97A4"/>
                </a:solidFill>
                <a:latin typeface="Arial"/>
              </a:rPr>
              <a:t>— The skill's design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029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9AA7B4"/>
                </a:solidFill>
                <a:latin typeface="Arial"/>
              </a:rPr>
              <a:t>ORIGINS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06189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Inspired by Presenton, runs fully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The open-source Presenton project pioneered the pipeline: AI-generated content feeds a structured layout, which a renderer turns into the final file.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0" i="0">
                <a:solidFill>
                  <a:srgbClr val="E6EAEE"/>
                </a:solidFill>
                <a:latin typeface="Arial"/>
              </a:rPr>
              <a:t>This skill keeps that pipeline but drops the server — it produces real, editable PowerPoint directly through python-pptx, on your own machine, with no API or service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ppt-generator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8A97A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0F1419"/>
                </a:solidFill>
                <a:latin typeface="Arial"/>
              </a:rPr>
              <a:t>Make a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0F1419"/>
                </a:solidFill>
                <a:latin typeface="Arial"/>
              </a:rPr>
              <a:t>Just describe the topic — the skill handles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