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분기 + 루프백 · LR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20051" y="4023360"/>
            <a:ext cx="502920" cy="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702942" y="4023360"/>
            <a:ext cx="502920" cy="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85833" y="4023360"/>
            <a:ext cx="502920" cy="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268724" y="3291840"/>
            <a:ext cx="502920" cy="73152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80104" y="345643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0747C"/>
                </a:solidFill>
                <a:latin typeface="Malgun Gothic"/>
              </a:rPr>
              <a:t>통과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268724" y="4023360"/>
            <a:ext cx="502920" cy="73152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80104" y="4187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0747C"/>
                </a:solidFill>
                <a:latin typeface="Malgun Gothic"/>
              </a:rPr>
              <a:t>반려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6095847" y="3474720"/>
            <a:ext cx="4565782" cy="731520"/>
          </a:xfrm>
          <a:prstGeom prst="line">
            <a:avLst/>
          </a:prstGeom>
          <a:ln w="19050">
            <a:solidFill>
              <a:srgbClr val="7074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38658" y="363931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0747C"/>
                </a:solidFill>
                <a:latin typeface="Malgun Gothic"/>
              </a:rPr>
              <a:t>재시도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1779971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이슈 등록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@claude 멘션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2971" y="3474720"/>
            <a:ext cx="1779971" cy="10972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분석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컨텍스트 수집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862" y="3474720"/>
            <a:ext cx="1779971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코드 생성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수정안 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753" y="3474720"/>
            <a:ext cx="1779971" cy="10972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리뷰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다중 에이전트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1644" y="2743200"/>
            <a:ext cx="1779971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병합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승인 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71644" y="4206240"/>
            <a:ext cx="1779971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수정 반영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  <a:latin typeface="Malgun Gothic"/>
              </a:rPr>
              <a:t>재작업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 /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분기 + 루프백 · TD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7" y="2414016"/>
            <a:ext cx="0" cy="36576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3364992"/>
            <a:ext cx="0" cy="36576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4315968"/>
            <a:ext cx="0" cy="36576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655667" y="5266944"/>
            <a:ext cx="1440180" cy="36576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35677" y="5248656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0747C"/>
                </a:solidFill>
                <a:latin typeface="Malgun Gothic"/>
              </a:rPr>
              <a:t>통과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5266944"/>
            <a:ext cx="1440180" cy="36576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75857" y="5248656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0747C"/>
                </a:solidFill>
                <a:latin typeface="Malgun Gothic"/>
              </a:rPr>
              <a:t>반려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907127" y="4023360"/>
            <a:ext cx="1440180" cy="1901952"/>
          </a:xfrm>
          <a:prstGeom prst="line">
            <a:avLst/>
          </a:prstGeom>
          <a:ln w="19050">
            <a:solidFill>
              <a:srgbClr val="7074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87137" y="4773168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0747C"/>
                </a:solidFill>
                <a:latin typeface="Malgun Gothic"/>
              </a:rPr>
              <a:t>재시도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7127" y="1828800"/>
            <a:ext cx="2377440" cy="585216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이슈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7127" y="2779776"/>
            <a:ext cx="2377440" cy="585216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7127" y="3730752"/>
            <a:ext cx="2377440" cy="585216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코드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7127" y="4681728"/>
            <a:ext cx="2377440" cy="585216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리뷰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6947" y="5632704"/>
            <a:ext cx="2377440" cy="585216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병합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7307" y="5632704"/>
            <a:ext cx="2377440" cy="585216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수정 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2 /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교차 최소화 (역방향 매핑도 깔끔하게)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2743200" y="2560320"/>
            <a:ext cx="502920" cy="146304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4023360"/>
            <a:ext cx="502920" cy="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4023360"/>
            <a:ext cx="502920" cy="146304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49240" y="2560320"/>
            <a:ext cx="502920" cy="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49240" y="4023360"/>
            <a:ext cx="502920" cy="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49240" y="5486400"/>
            <a:ext cx="502920" cy="0"/>
          </a:xfrm>
          <a:prstGeom prst="line">
            <a:avLst/>
          </a:prstGeom>
          <a:ln w="22225">
            <a:solidFill>
              <a:srgbClr val="142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474720"/>
            <a:ext cx="2103120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소스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011680"/>
            <a:ext cx="2103120" cy="10972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474720"/>
            <a:ext cx="2103120" cy="10972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4937760"/>
            <a:ext cx="2103120" cy="10972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4937760"/>
            <a:ext cx="2103120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74720"/>
            <a:ext cx="2103120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2011680"/>
            <a:ext cx="2103120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3 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