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8" r:id="rId4"/>
    <p:sldId id="258" r:id="rId5"/>
    <p:sldId id="269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942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Layouts</c:v>
                </c:pt>
              </c:strCache>
            </c:strRef>
          </c:tx>
          <c:invertIfNegative val="1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Framing</c:v>
                </c:pt>
                <c:pt idx="1">
                  <c:v>Text &amp; structure</c:v>
                </c:pt>
                <c:pt idx="2">
                  <c:v>Data &amp; visuals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</c:v>
                </c:pt>
                <c:pt idx="1">
                  <c:v>5</c:v>
                </c:pt>
                <c:pt idx="2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68E-4A84-901F-6D459054A23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05840" y="1920240"/>
            <a:ext cx="1036289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595959"/>
                </a:solidFill>
                <a:latin typeface="Calibri"/>
              </a:rPr>
              <a:t>CLAUDE CODE SKILL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286000"/>
            <a:ext cx="10362895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200" b="1" i="0">
                <a:solidFill>
                  <a:srgbClr val="111111"/>
                </a:solidFill>
                <a:latin typeface="Calibri"/>
              </a:rPr>
              <a:t>PPT Generator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4160520"/>
            <a:ext cx="1036289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 i="0">
                <a:solidFill>
                  <a:srgbClr val="7F7F7F"/>
                </a:solidFill>
                <a:latin typeface="Calibri"/>
              </a:rPr>
              <a:t>Turn an idea into a finished, editable deck — in any visual style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5943600"/>
            <a:ext cx="1036289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7F7F7F"/>
                </a:solidFill>
                <a:latin typeface="Calibri"/>
              </a:rPr>
              <a:t>Built with Claude Code   |   June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08415" y="182880"/>
            <a:ext cx="27432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111111"/>
                </a:solidFill>
                <a:latin typeface="Calibri"/>
              </a:rPr>
              <a:t>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18872"/>
            <a:ext cx="816833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THE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47472"/>
            <a:ext cx="8168335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The Content–Look Split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24128"/>
            <a:ext cx="1091153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0" i="1">
                <a:solidFill>
                  <a:srgbClr val="595959"/>
                </a:solidFill>
                <a:latin typeface="Calibri"/>
              </a:rPr>
              <a:t>Write the words once; the look is a setting you flip anytime.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911535" cy="4663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2200" b="1" i="0">
                <a:solidFill>
                  <a:srgbClr val="1A1A1A"/>
                </a:solidFill>
                <a:latin typeface="Calibri"/>
              </a:rPr>
              <a:t>●  Content as a structured spec — authored once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2200" b="1" i="0">
                <a:solidFill>
                  <a:srgbClr val="1A1A1A"/>
                </a:solidFill>
                <a:latin typeface="Calibri"/>
              </a:rPr>
              <a:t>●  Renderer → native PowerPoint file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2200" b="1" i="0">
                <a:solidFill>
                  <a:srgbClr val="1A1A1A"/>
                </a:solidFill>
                <a:latin typeface="Calibri"/>
              </a:rPr>
              <a:t>●  Content and style fully separate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2200" b="1" i="0">
                <a:solidFill>
                  <a:srgbClr val="1A1A1A"/>
                </a:solidFill>
                <a:latin typeface="Calibri"/>
              </a:rPr>
              <a:t>●  Any template via a one-field change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2200" b="1" i="0">
                <a:solidFill>
                  <a:srgbClr val="1A1A1A"/>
                </a:solidFill>
                <a:latin typeface="Calibri"/>
              </a:rPr>
              <a:t>●  No repeated design, no reformatting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54335" y="6291072"/>
            <a:ext cx="109728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600" b="0" i="0">
                <a:solidFill>
                  <a:srgbClr val="7F7F7F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08415" y="182880"/>
            <a:ext cx="27432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Confidential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18872"/>
            <a:ext cx="816833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47472"/>
            <a:ext cx="8168335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One Spec, Many Decks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24128"/>
            <a:ext cx="1091153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0" i="1" dirty="0">
                <a:solidFill>
                  <a:srgbClr val="595959"/>
                </a:solidFill>
                <a:latin typeface="Calibri"/>
              </a:rPr>
              <a:t>A single JSON file drives every slide — and every template.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103120"/>
            <a:ext cx="2453563" cy="25603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2103120"/>
            <a:ext cx="2453563" cy="109728"/>
          </a:xfrm>
          <a:prstGeom prst="rect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2560320"/>
            <a:ext cx="2453563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4800" b="1" i="0">
                <a:solidFill>
                  <a:srgbClr val="111111"/>
                </a:solidFill>
                <a:latin typeface="Calibri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611880"/>
            <a:ext cx="2453563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1" i="0">
                <a:solidFill>
                  <a:srgbClr val="1A1A1A"/>
                </a:solidFill>
                <a:latin typeface="Calibri"/>
              </a:rPr>
              <a:t>Templates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023360"/>
            <a:ext cx="2087803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F7F7F"/>
                </a:solidFill>
                <a:latin typeface="Calibri"/>
              </a:rPr>
              <a:t>one-field swap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59403" y="2103120"/>
            <a:ext cx="2453563" cy="25603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459403" y="2103120"/>
            <a:ext cx="2453563" cy="109728"/>
          </a:xfrm>
          <a:prstGeom prst="rect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459403" y="2560320"/>
            <a:ext cx="2453563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4800" b="1" i="0">
                <a:solidFill>
                  <a:srgbClr val="111111"/>
                </a:solidFill>
                <a:latin typeface="Calibri"/>
              </a:rPr>
              <a:t>13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59403" y="3611880"/>
            <a:ext cx="2453563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1" i="0">
                <a:solidFill>
                  <a:srgbClr val="1A1A1A"/>
                </a:solidFill>
                <a:latin typeface="Calibri"/>
              </a:rPr>
              <a:t>Layouts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42283" y="4023360"/>
            <a:ext cx="2087803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F7F7F"/>
                </a:solidFill>
                <a:latin typeface="Calibri"/>
              </a:rPr>
              <a:t>for every slide job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78727" y="2103120"/>
            <a:ext cx="2453563" cy="25603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78727" y="2103120"/>
            <a:ext cx="2453563" cy="109728"/>
          </a:xfrm>
          <a:prstGeom prst="rect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78727" y="2560320"/>
            <a:ext cx="2453563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4800" b="1" i="0">
                <a:solidFill>
                  <a:srgbClr val="111111"/>
                </a:solidFill>
                <a:latin typeface="Calibri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78727" y="3611880"/>
            <a:ext cx="2453563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1" i="0">
                <a:solidFill>
                  <a:srgbClr val="1A1A1A"/>
                </a:solidFill>
                <a:latin typeface="Calibri"/>
              </a:rPr>
              <a:t>JSON spec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61607" y="4023360"/>
            <a:ext cx="2087803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F7F7F"/>
                </a:solidFill>
                <a:latin typeface="Calibri"/>
              </a:rPr>
              <a:t>single source of truth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98051" y="2103120"/>
            <a:ext cx="2453563" cy="25603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098051" y="2103120"/>
            <a:ext cx="2453563" cy="109728"/>
          </a:xfrm>
          <a:prstGeom prst="rect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098051" y="2560320"/>
            <a:ext cx="2453563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4800" b="1" i="0">
                <a:solidFill>
                  <a:srgbClr val="111111"/>
                </a:solidFill>
                <a:latin typeface="Calibri"/>
              </a:rPr>
              <a:t>100%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98051" y="3611880"/>
            <a:ext cx="2453563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1" i="0">
                <a:solidFill>
                  <a:srgbClr val="1A1A1A"/>
                </a:solidFill>
                <a:latin typeface="Calibri"/>
              </a:rPr>
              <a:t>Editable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80931" y="4023360"/>
            <a:ext cx="2087803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F7F7F"/>
                </a:solidFill>
                <a:latin typeface="Calibri"/>
              </a:rPr>
              <a:t>real .pptx output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54335" y="6291072"/>
            <a:ext cx="109728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600" b="0" i="0">
                <a:solidFill>
                  <a:srgbClr val="7F7F7F"/>
                </a:solidFill>
                <a:latin typeface="Calibri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08415" y="182880"/>
            <a:ext cx="27432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Confidential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7150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18872"/>
            <a:ext cx="816833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47472"/>
            <a:ext cx="8168335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Five Steps from Idea to File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24128"/>
            <a:ext cx="1091153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0" i="1">
                <a:solidFill>
                  <a:srgbClr val="595959"/>
                </a:solidFill>
                <a:latin typeface="Calibri"/>
              </a:rPr>
              <a:t>The skill does the content design, not just text dumping.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911535" cy="4663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2200" b="1" i="0">
                <a:solidFill>
                  <a:srgbClr val="1A1A1A"/>
                </a:solidFill>
                <a:latin typeface="Calibri"/>
              </a:rPr>
              <a:t>●  Topic, audience, and length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2200" b="1" i="0">
                <a:solidFill>
                  <a:srgbClr val="1A1A1A"/>
                </a:solidFill>
                <a:latin typeface="Calibri"/>
              </a:rPr>
              <a:t>●  Template matched to tone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2200" b="1" i="0">
                <a:solidFill>
                  <a:srgbClr val="1A1A1A"/>
                </a:solidFill>
                <a:latin typeface="Calibri"/>
              </a:rPr>
              <a:t>●  Slides as a JSON spec</a:t>
            </a:r>
          </a:p>
          <a:p>
            <a:pPr lvl="1" algn="l">
              <a:lnSpc>
                <a:spcPct val="110000"/>
              </a:lnSpc>
              <a:spcAft>
                <a:spcPts val="1000"/>
              </a:spcAft>
            </a:pPr>
            <a:r>
              <a:rPr sz="2000" b="0" i="0">
                <a:solidFill>
                  <a:srgbClr val="7F7F7F"/>
                </a:solidFill>
                <a:latin typeface="Calibri"/>
              </a:rPr>
              <a:t>–  Right layout per slide — the craft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2200" b="1" i="0">
                <a:solidFill>
                  <a:srgbClr val="1A1A1A"/>
                </a:solidFill>
                <a:latin typeface="Calibri"/>
              </a:rPr>
              <a:t>●  Validation, then render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2200" b="1" i="0">
                <a:solidFill>
                  <a:srgbClr val="1A1A1A"/>
                </a:solidFill>
                <a:latin typeface="Calibri"/>
              </a:rPr>
              <a:t>●  Fast restyle and refinement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54335" y="6291072"/>
            <a:ext cx="109728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600" b="0" i="0">
                <a:solidFill>
                  <a:srgbClr val="7F7F7F"/>
                </a:solidFill>
                <a:latin typeface="Calibri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08415" y="182880"/>
            <a:ext cx="27432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Confidential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18872"/>
            <a:ext cx="816833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47472"/>
            <a:ext cx="8168335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The Five-Step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24128"/>
            <a:ext cx="1091153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0" i="1">
                <a:solidFill>
                  <a:srgbClr val="595959"/>
                </a:solidFill>
                <a:latin typeface="Calibri"/>
              </a:rPr>
              <a:t>Drawn as real PowerPoint shapes, so every box stays editable.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246120"/>
            <a:ext cx="1816547" cy="1554480"/>
          </a:xfrm>
          <a:prstGeom prst="round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Understand</a:t>
            </a:r>
          </a:p>
          <a:p>
            <a:pPr algn="ctr">
              <a:spcBef>
                <a:spcPts val="200"/>
              </a:spcBef>
            </a:pPr>
            <a:r>
              <a:rPr sz="1100">
                <a:solidFill>
                  <a:srgbClr val="FFFFFF"/>
                </a:solidFill>
                <a:latin typeface="Calibri"/>
              </a:rPr>
              <a:t>Topic &amp; audience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502347" y="3858768"/>
            <a:ext cx="365760" cy="329184"/>
          </a:xfrm>
          <a:prstGeom prst="rightArrow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2913827" y="3246120"/>
            <a:ext cx="1816547" cy="1554480"/>
          </a:xfrm>
          <a:prstGeom prst="roundRect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Template</a:t>
            </a:r>
          </a:p>
          <a:p>
            <a:pPr algn="ctr">
              <a:spcBef>
                <a:spcPts val="200"/>
              </a:spcBef>
            </a:pPr>
            <a:r>
              <a:rPr sz="1100">
                <a:solidFill>
                  <a:srgbClr val="FFFFFF"/>
                </a:solidFill>
                <a:latin typeface="Calibri"/>
              </a:rPr>
              <a:t>Pick the look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776094" y="3858768"/>
            <a:ext cx="365760" cy="329184"/>
          </a:xfrm>
          <a:prstGeom prst="rightArrow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187574" y="3246120"/>
            <a:ext cx="1816547" cy="1554480"/>
          </a:xfrm>
          <a:prstGeom prst="round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Design</a:t>
            </a:r>
          </a:p>
          <a:p>
            <a:pPr algn="ctr">
              <a:spcBef>
                <a:spcPts val="200"/>
              </a:spcBef>
            </a:pPr>
            <a:r>
              <a:rPr sz="1100">
                <a:solidFill>
                  <a:srgbClr val="FFFFFF"/>
                </a:solidFill>
                <a:latin typeface="Calibri"/>
              </a:rPr>
              <a:t>Author the spec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049841" y="3858768"/>
            <a:ext cx="365760" cy="329184"/>
          </a:xfrm>
          <a:prstGeom prst="rightArrow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461321" y="3246120"/>
            <a:ext cx="1816547" cy="1554480"/>
          </a:xfrm>
          <a:prstGeom prst="roundRect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Render</a:t>
            </a:r>
          </a:p>
          <a:p>
            <a:pPr algn="ctr">
              <a:spcBef>
                <a:spcPts val="200"/>
              </a:spcBef>
            </a:pPr>
            <a:r>
              <a:rPr sz="1100">
                <a:solidFill>
                  <a:srgbClr val="FFFFFF"/>
                </a:solidFill>
                <a:latin typeface="Calibri"/>
              </a:rPr>
              <a:t>Validate &amp; build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9323588" y="3858768"/>
            <a:ext cx="365760" cy="329184"/>
          </a:xfrm>
          <a:prstGeom prst="rightArrow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9735068" y="3246120"/>
            <a:ext cx="1816547" cy="1554480"/>
          </a:xfrm>
          <a:prstGeom prst="round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Iterate</a:t>
            </a:r>
          </a:p>
          <a:p>
            <a:pPr algn="ctr">
              <a:spcBef>
                <a:spcPts val="200"/>
              </a:spcBef>
            </a:pPr>
            <a:r>
              <a:rPr sz="1100">
                <a:solidFill>
                  <a:srgbClr val="FFFFFF"/>
                </a:solidFill>
                <a:latin typeface="Calibri"/>
              </a:rPr>
              <a:t>Restyle &amp; refine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54335" y="6291072"/>
            <a:ext cx="109728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600" b="0" i="0">
                <a:solidFill>
                  <a:srgbClr val="7F7F7F"/>
                </a:solidFill>
                <a:latin typeface="Calibri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08415" y="182880"/>
            <a:ext cx="27432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Confidential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8168335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Two Halves of Every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24128"/>
            <a:ext cx="1091153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0" i="1">
                <a:solidFill>
                  <a:srgbClr val="595959"/>
                </a:solidFill>
                <a:latin typeface="Calibri"/>
              </a:rPr>
              <a:t>Content stays put; the template carries the design.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227167" cy="44805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737360"/>
            <a:ext cx="5227167" cy="6400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4678527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Content — the spec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06040"/>
            <a:ext cx="4678527" cy="3383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2200" b="0" i="0">
                <a:solidFill>
                  <a:srgbClr val="1A1A1A"/>
                </a:solidFill>
                <a:latin typeface="Calibri"/>
              </a:rPr>
              <a:t>●  Each slide's words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2200" b="0" i="0">
                <a:solidFill>
                  <a:srgbClr val="1A1A1A"/>
                </a:solidFill>
                <a:latin typeface="Calibri"/>
              </a:rPr>
              <a:t>●  Layout per slide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2200" b="0" i="0">
                <a:solidFill>
                  <a:srgbClr val="1A1A1A"/>
                </a:solidFill>
                <a:latin typeface="Calibri"/>
              </a:rPr>
              <a:t>●  Structure and story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2200" b="0" i="0">
                <a:solidFill>
                  <a:srgbClr val="1A1A1A"/>
                </a:solidFill>
                <a:latin typeface="Calibri"/>
              </a:rPr>
              <a:t>●  Written once, stable</a:t>
            </a:r>
          </a:p>
        </p:txBody>
      </p:sp>
      <p:sp>
        <p:nvSpPr>
          <p:cNvPr id="9" name="Rectangle 8"/>
          <p:cNvSpPr/>
          <p:nvPr/>
        </p:nvSpPr>
        <p:spPr>
          <a:xfrm>
            <a:off x="6324447" y="1737360"/>
            <a:ext cx="5227167" cy="44805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324447" y="1737360"/>
            <a:ext cx="5227167" cy="640080"/>
          </a:xfrm>
          <a:prstGeom prst="rect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98767" y="1737360"/>
            <a:ext cx="4678527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Look — the template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98767" y="2606040"/>
            <a:ext cx="4678527" cy="3383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2200" b="0" i="0">
                <a:solidFill>
                  <a:srgbClr val="1A1A1A"/>
                </a:solidFill>
                <a:latin typeface="Calibri"/>
              </a:rPr>
              <a:t>●  Color palette and fonts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2200" b="0" i="0">
                <a:solidFill>
                  <a:srgbClr val="1A1A1A"/>
                </a:solidFill>
                <a:latin typeface="Calibri"/>
              </a:rPr>
              <a:t>●  Accent treatment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2200" b="0" i="0">
                <a:solidFill>
                  <a:srgbClr val="1A1A1A"/>
                </a:solidFill>
                <a:latin typeface="Calibri"/>
              </a:rPr>
              <a:t>●  Uniform across all slides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2200" b="0" i="0">
                <a:solidFill>
                  <a:srgbClr val="1A1A1A"/>
                </a:solidFill>
                <a:latin typeface="Calibri"/>
              </a:rPr>
              <a:t>●  One-field swap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54335" y="6291072"/>
            <a:ext cx="109728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600" b="0" i="0">
                <a:solidFill>
                  <a:srgbClr val="7F7F7F"/>
                </a:solidFill>
                <a:latin typeface="Calibri"/>
              </a:rPr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08415" y="182880"/>
            <a:ext cx="27432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Confidential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18872"/>
            <a:ext cx="816833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TEMPLATES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47472"/>
            <a:ext cx="8168335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A Look for Every Room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24128"/>
            <a:ext cx="1091153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0" i="1">
                <a:solidFill>
                  <a:srgbClr val="595959"/>
                </a:solidFill>
                <a:latin typeface="Calibri"/>
              </a:rPr>
              <a:t>Six built-in templates, each tuned to a different audience.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828800"/>
          <a:ext cx="10911535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71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371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371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6388">
                <a:tc>
                  <a:txBody>
                    <a:bodyPr/>
                    <a:lstStyle/>
                    <a:p>
                      <a:r>
                        <a:rPr sz="1900" b="1">
                          <a:solidFill>
                            <a:srgbClr val="FFFFFF"/>
                          </a:solidFill>
                          <a:latin typeface="Calibri"/>
                        </a:rPr>
                        <a:t>Template</a:t>
                      </a:r>
                    </a:p>
                  </a:txBody>
                  <a:tcPr marL="109728" marR="109728" marT="36576" marB="36576" anchor="ctr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1">
                          <a:solidFill>
                            <a:srgbClr val="FFFFFF"/>
                          </a:solidFill>
                          <a:latin typeface="Calibri"/>
                        </a:rPr>
                        <a:t>Look</a:t>
                      </a:r>
                    </a:p>
                  </a:txBody>
                  <a:tcPr marL="109728" marR="109728" marT="36576" marB="36576" anchor="ctr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1">
                          <a:solidFill>
                            <a:srgbClr val="FFFFFF"/>
                          </a:solidFill>
                          <a:latin typeface="Calibri"/>
                        </a:rPr>
                        <a:t>Best for</a:t>
                      </a:r>
                    </a:p>
                  </a:txBody>
                  <a:tcPr marL="109728" marR="109728" marT="36576" marB="36576" anchor="ctr"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6388"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1A1A1A"/>
                          </a:solidFill>
                          <a:latin typeface="Calibri"/>
                        </a:rPr>
                        <a:t>corporate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1A1A1A"/>
                          </a:solidFill>
                          <a:latin typeface="Calibri"/>
                        </a:rPr>
                        <a:t>Navy + orange on white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1A1A1A"/>
                          </a:solidFill>
                          <a:latin typeface="Calibri"/>
                        </a:rPr>
                        <a:t>Business, exec, sales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6388"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1A1A1A"/>
                          </a:solidFill>
                          <a:latin typeface="Calibri"/>
                        </a:rPr>
                        <a:t>minimal</a:t>
                      </a:r>
                    </a:p>
                  </a:txBody>
                  <a:tcPr marL="109728" marR="109728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1A1A1A"/>
                          </a:solidFill>
                          <a:latin typeface="Calibri"/>
                        </a:rPr>
                        <a:t>Black on white, whitespace</a:t>
                      </a:r>
                    </a:p>
                  </a:txBody>
                  <a:tcPr marL="109728" marR="109728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1A1A1A"/>
                          </a:solidFill>
                          <a:latin typeface="Calibri"/>
                        </a:rPr>
                        <a:t>Design-forward, product</a:t>
                      </a:r>
                    </a:p>
                  </a:txBody>
                  <a:tcPr marL="109728" marR="109728" marT="36576" marB="36576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6388"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1A1A1A"/>
                          </a:solidFill>
                          <a:latin typeface="Calibri"/>
                        </a:rPr>
                        <a:t>dark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1A1A1A"/>
                          </a:solidFill>
                          <a:latin typeface="Calibri"/>
                        </a:rPr>
                        <a:t>Dark slate + mint accent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1A1A1A"/>
                          </a:solidFill>
                          <a:latin typeface="Calibri"/>
                        </a:rPr>
                        <a:t>Tech keynotes, demos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6388"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1A1A1A"/>
                          </a:solidFill>
                          <a:latin typeface="Calibri"/>
                        </a:rPr>
                        <a:t>vibrant</a:t>
                      </a:r>
                    </a:p>
                  </a:txBody>
                  <a:tcPr marL="109728" marR="109728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1A1A1A"/>
                          </a:solidFill>
                          <a:latin typeface="Calibri"/>
                        </a:rPr>
                        <a:t>Purple + coral, bold</a:t>
                      </a:r>
                    </a:p>
                  </a:txBody>
                  <a:tcPr marL="109728" marR="109728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1A1A1A"/>
                          </a:solidFill>
                          <a:latin typeface="Calibri"/>
                        </a:rPr>
                        <a:t>Pitches, marketing</a:t>
                      </a:r>
                    </a:p>
                  </a:txBody>
                  <a:tcPr marL="109728" marR="109728" marT="36576" marB="36576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6388"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1A1A1A"/>
                          </a:solidFill>
                          <a:latin typeface="Calibri"/>
                        </a:rPr>
                        <a:t>academic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1A1A1A"/>
                          </a:solidFill>
                          <a:latin typeface="Calibri"/>
                        </a:rPr>
                        <a:t>Serif, muted, dense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1A1A1A"/>
                          </a:solidFill>
                          <a:latin typeface="Calibri"/>
                        </a:rPr>
                        <a:t>Lectures, research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6392"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1A1A1A"/>
                          </a:solidFill>
                          <a:latin typeface="Calibri"/>
                        </a:rPr>
                        <a:t>report</a:t>
                      </a:r>
                    </a:p>
                  </a:txBody>
                  <a:tcPr marL="109728" marR="109728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1A1A1A"/>
                          </a:solidFill>
                          <a:latin typeface="Calibri"/>
                        </a:rPr>
                        <a:t>Black header, page numbers</a:t>
                      </a:r>
                    </a:p>
                  </a:txBody>
                  <a:tcPr marL="109728" marR="109728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1A1A1A"/>
                          </a:solidFill>
                          <a:latin typeface="Calibri"/>
                        </a:rPr>
                        <a:t>Formal, confidential</a:t>
                      </a:r>
                    </a:p>
                  </a:txBody>
                  <a:tcPr marL="109728" marR="109728" marT="36576" marB="36576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0454335" y="6291072"/>
            <a:ext cx="109728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600" b="0" i="0">
                <a:solidFill>
                  <a:srgbClr val="7F7F7F"/>
                </a:solidFill>
                <a:latin typeface="Calibri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08415" y="182880"/>
            <a:ext cx="27432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Confidential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18872"/>
            <a:ext cx="816833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LAYOUTS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47472"/>
            <a:ext cx="8168335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A Layout for Every Job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24128"/>
            <a:ext cx="1091153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0" i="1">
                <a:solidFill>
                  <a:srgbClr val="595959"/>
                </a:solidFill>
                <a:latin typeface="Calibri"/>
              </a:rPr>
              <a:t>Thirteen layouts so the slide fits the message, not the reverse.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518144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595959"/>
                </a:solidFill>
                <a:latin typeface="Calibri"/>
              </a:rPr>
              <a:t>Framing &amp; text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5181447" cy="3931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2200" b="0" i="0">
                <a:solidFill>
                  <a:srgbClr val="1A1A1A"/>
                </a:solidFill>
                <a:latin typeface="Calibri"/>
              </a:rPr>
              <a:t>●  title, section, closing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2200" b="0" i="0">
                <a:solidFill>
                  <a:srgbClr val="1A1A1A"/>
                </a:solidFill>
                <a:latin typeface="Calibri"/>
              </a:rPr>
              <a:t>●  bullets, content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2200" b="0" i="0">
                <a:solidFill>
                  <a:srgbClr val="1A1A1A"/>
                </a:solidFill>
                <a:latin typeface="Calibri"/>
              </a:rPr>
              <a:t>●  two_column, comparison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2200" b="0" i="0">
                <a:solidFill>
                  <a:srgbClr val="1A1A1A"/>
                </a:solidFill>
                <a:latin typeface="Calibri"/>
              </a:rPr>
              <a:t>●  quote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70167" y="1737360"/>
            <a:ext cx="518144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595959"/>
                </a:solidFill>
                <a:latin typeface="Calibri"/>
              </a:rPr>
              <a:t>Data &amp; visuals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70167" y="2286000"/>
            <a:ext cx="5181447" cy="3931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2200" b="0" i="0">
                <a:solidFill>
                  <a:srgbClr val="1A1A1A"/>
                </a:solidFill>
                <a:latin typeface="Calibri"/>
              </a:rPr>
              <a:t>●  metrics — KPI cards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2200" b="0" i="0">
                <a:solidFill>
                  <a:srgbClr val="1A1A1A"/>
                </a:solidFill>
                <a:latin typeface="Calibri"/>
              </a:rPr>
              <a:t>●  table — data grids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2200" b="0" i="0">
                <a:solidFill>
                  <a:srgbClr val="1A1A1A"/>
                </a:solidFill>
                <a:latin typeface="Calibri"/>
              </a:rPr>
              <a:t>●  chart, diagram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2200" b="0" i="0">
                <a:solidFill>
                  <a:srgbClr val="1A1A1A"/>
                </a:solidFill>
                <a:latin typeface="Calibri"/>
              </a:rPr>
              <a:t>●  image — pictures + 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54335" y="6291072"/>
            <a:ext cx="109728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600" b="0" i="0">
                <a:solidFill>
                  <a:srgbClr val="7F7F7F"/>
                </a:solidFill>
                <a:latin typeface="Calibri"/>
              </a:rPr>
              <a:t>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08415" y="182880"/>
            <a:ext cx="27432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Confidential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18872"/>
            <a:ext cx="816833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COVERAGE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47472"/>
            <a:ext cx="8168335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Layouts Across Three Jobs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24128"/>
            <a:ext cx="1091153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0" i="1">
                <a:solidFill>
                  <a:srgbClr val="595959"/>
                </a:solidFill>
                <a:latin typeface="Calibri"/>
              </a:rPr>
              <a:t>Framing, text, and data — all covered from one spec.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40080" y="1737360"/>
          <a:ext cx="10911535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0454335" y="6291072"/>
            <a:ext cx="109728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600" b="0" i="0">
                <a:solidFill>
                  <a:srgbClr val="7F7F7F"/>
                </a:solidFill>
                <a:latin typeface="Calibri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08415" y="182880"/>
            <a:ext cx="27432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Confidential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822960"/>
            <a:ext cx="274320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0" b="1" i="0">
                <a:solidFill>
                  <a:srgbClr val="2F5597"/>
                </a:solidFill>
                <a:latin typeface="Calibri"/>
              </a:rPr>
              <a:t>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2103120"/>
            <a:ext cx="9265615" cy="2743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0" i="1">
                <a:solidFill>
                  <a:srgbClr val="111111"/>
                </a:solidFill>
                <a:latin typeface="Calibri"/>
              </a:rPr>
              <a:t>Slides support the speaker — they aren't the document. One idea per slide.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5120640"/>
            <a:ext cx="926561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7F7F7F"/>
                </a:solidFill>
                <a:latin typeface="Calibri"/>
              </a:rPr>
              <a:t>— The skill's design guidance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54335" y="6291072"/>
            <a:ext cx="109728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600" b="0" i="0">
                <a:solidFill>
                  <a:srgbClr val="7F7F7F"/>
                </a:solidFill>
                <a:latin typeface="Calibri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08415" y="182880"/>
            <a:ext cx="27432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111111"/>
                </a:solidFill>
                <a:latin typeface="Calibri"/>
              </a:rPr>
              <a:t>Confidential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18872"/>
            <a:ext cx="816833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ORIGINS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47472"/>
            <a:ext cx="8168335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Presenton Roots, Local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24128"/>
            <a:ext cx="1091153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0" i="1">
                <a:solidFill>
                  <a:srgbClr val="595959"/>
                </a:solidFill>
                <a:latin typeface="Calibri"/>
              </a:rPr>
              <a:t>Same content-first pipeline — fully local, no server.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911535" cy="4663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2200" b="1" i="0">
                <a:solidFill>
                  <a:srgbClr val="1A1A1A"/>
                </a:solidFill>
                <a:latin typeface="Calibri"/>
              </a:rPr>
              <a:t>●  Presenton's pipeline: content → layout → render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2200" b="1" i="0">
                <a:solidFill>
                  <a:srgbClr val="1A1A1A"/>
                </a:solidFill>
                <a:latin typeface="Calibri"/>
              </a:rPr>
              <a:t>●  Same approach, no server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2200" b="1" i="0">
                <a:solidFill>
                  <a:srgbClr val="1A1A1A"/>
                </a:solidFill>
                <a:latin typeface="Calibri"/>
              </a:rPr>
              <a:t>●  Editable .pptx via python-pptx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2200" b="1" i="0">
                <a:solidFill>
                  <a:srgbClr val="1A1A1A"/>
                </a:solidFill>
                <a:latin typeface="Calibri"/>
              </a:rPr>
              <a:t>●  Fully local — no API, no data egress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54335" y="6291072"/>
            <a:ext cx="109728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600" b="0" i="0">
                <a:solidFill>
                  <a:srgbClr val="7F7F7F"/>
                </a:solidFill>
                <a:latin typeface="Calibri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08415" y="182880"/>
            <a:ext cx="27432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Confidential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2377440"/>
            <a:ext cx="10911535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5000" b="1" i="0">
                <a:solidFill>
                  <a:srgbClr val="FFFFFF"/>
                </a:solidFill>
                <a:latin typeface="Calibri"/>
              </a:rPr>
              <a:t>Your Next Deck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931920"/>
            <a:ext cx="10911535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0" i="0">
                <a:solidFill>
                  <a:srgbClr val="FFFFFF"/>
                </a:solidFill>
                <a:latin typeface="Calibri"/>
              </a:rPr>
              <a:t>Just describe the topic — the skill handles the rest.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08415" y="182880"/>
            <a:ext cx="27432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536</Words>
  <Application>Microsoft Office PowerPoint</Application>
  <PresentationFormat>와이드스크린</PresentationFormat>
  <Paragraphs>135</Paragraphs>
  <Slides>14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oseok kim</cp:lastModifiedBy>
  <cp:revision>3</cp:revision>
  <dcterms:created xsi:type="dcterms:W3CDTF">2013-01-27T09:14:16Z</dcterms:created>
  <dcterms:modified xsi:type="dcterms:W3CDTF">2026-06-27T14:09:44Z</dcterms:modified>
  <cp:category/>
</cp:coreProperties>
</file>