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Layouts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Framing</c:v>
                </c:pt>
                <c:pt idx="1">
                  <c:v>Text &amp; structure</c:v>
                </c:pt>
                <c:pt idx="2">
                  <c:v>Data &amp; visuals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202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95959"/>
                </a:solidFill>
                <a:latin typeface="Calibri"/>
              </a:rPr>
              <a:t>CLAUDE CODE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3628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11111"/>
                </a:solidFill>
                <a:latin typeface="Calibri"/>
              </a:rPr>
              <a:t>PPT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160520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7F7F7F"/>
                </a:solidFill>
                <a:latin typeface="Calibri"/>
              </a:rPr>
              <a:t>Turn an idea into a finished, editable deck — in any visual style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9436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7F7F7F"/>
                </a:solidFill>
                <a:latin typeface="Calibri"/>
              </a:rPr>
              <a:t>Built with Claude Code   |  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11111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Content–Look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Write the words once; the look is a setting you flip anytime.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Content as a structured spec — authored once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Renderer → native PowerPoint file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Content and style fully separate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Any template via a one-field change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No repeated design, no reformatting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One Spec, Many Decks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A single JSON file drives every slide — and every template.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Templates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one-field swap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9403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Layouts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for every slide job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JSON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single source of truth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051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051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051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051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Editable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0931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real .pptx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Five Steps from Idea to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The skill does the content design, not just text dumping.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Topic, audience, and length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Template matched to tone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Slides as a JSON spec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7F7F7F"/>
                </a:solidFill>
                <a:latin typeface="Calibri"/>
              </a:rPr>
              <a:t>–  Right layout per slide — the craft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Validation, then render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Fast restyle and refinement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Five-Step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Drawn as real PowerPoint shapes, so every box stays editable.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1816547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Topic &amp; audience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02347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13827" y="3246120"/>
            <a:ext cx="1816547" cy="155448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Template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Pick the look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76094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87574" y="3246120"/>
            <a:ext cx="1816547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Design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Author the spec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49841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61321" y="3246120"/>
            <a:ext cx="1816547" cy="155448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Render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Validate &amp; build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23588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35068" y="3246120"/>
            <a:ext cx="1816547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Iterate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Restyle &amp; refine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816833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Two Halves of Every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Content stays put; the template carries the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227167" cy="640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Content — the 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Each slide's words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Layout per slide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Structure and story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Written once, stable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1737360"/>
            <a:ext cx="5227167" cy="64008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Look — the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Color palette and fonts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Accent treatment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Uniform across all slides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One-field swap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Look for Every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Six built-in templates, each tuned to a different audience.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115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496388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Template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Look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corporate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Navy + orange on white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Business, exec, sales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Black on white, whitespace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Design-forward, product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dark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Dark slate + mint accent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Tech keynotes, demos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vibrant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Purple + coral, bold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Pitches, marketing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academic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Serif, muted, dense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Lectures, research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Black header, page numbers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Formal, confidential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LAYOUTS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Layout for Every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Thirteen layouts so the slide fits the message, not the reverse.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1814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5959"/>
                </a:solidFill>
                <a:latin typeface="Calibri"/>
              </a:rPr>
              <a:t>Framing &amp;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8144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title, section, closing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bullets, content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two_column, comparison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quote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737360"/>
            <a:ext cx="51814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5959"/>
                </a:solidFill>
                <a:latin typeface="Calibri"/>
              </a:rPr>
              <a:t>Data &amp;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2286000"/>
            <a:ext cx="518144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metrics — KPI cards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table — data grids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chart, diagram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image — pictures +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Layouts Across Three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Framing, text, and data — all covered from one spec.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37360"/>
          <a:ext cx="1091153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0" b="1" i="0">
                <a:solidFill>
                  <a:srgbClr val="2F5597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103120"/>
            <a:ext cx="9265615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1">
                <a:solidFill>
                  <a:srgbClr val="111111"/>
                </a:solidFill>
                <a:latin typeface="Calibri"/>
              </a:rPr>
              <a:t>Slides support the speaker — they aren't the document. One idea per slide.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512064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7F7F7F"/>
                </a:solidFill>
                <a:latin typeface="Calibri"/>
              </a:rPr>
              <a:t>— The skill's design guidance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11111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ORIGINS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Presenton Roots, Local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Same content-first pipeline — fully local, no server.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Presenton's pipeline: content → layout → render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Same approach, no server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Editable .pptx via python-pptx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Fully local — no API, no data egress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Calibri"/>
              </a:rPr>
              <a:t>Your Next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FFFFFF"/>
                </a:solidFill>
                <a:latin typeface="Calibri"/>
              </a:rPr>
              <a:t>Just describe the topic — the skill handles the rest.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